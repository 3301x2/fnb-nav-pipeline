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 Analytics Pipeline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2.2 billion transactions into actionable intelligence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463040" cy="201168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286000"/>
            <a:ext cx="457200" cy="45720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774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2.24B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processed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94560" y="2103120"/>
            <a:ext cx="1463040" cy="201168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97480" y="2286000"/>
            <a:ext cx="457200" cy="45720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3774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9456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7.26M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2286000" y="3383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profiled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840480" y="2103120"/>
            <a:ext cx="1463040" cy="201168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43400" y="2286000"/>
            <a:ext cx="457200" cy="45720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3774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4048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3931920" y="3383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deployed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0" y="2103120"/>
            <a:ext cx="1463040" cy="201168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989320" y="2286000"/>
            <a:ext cx="457200" cy="45720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3774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5577840" y="3383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 activatable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132320" y="2103120"/>
            <a:ext cx="1463040" cy="201168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635240" y="2286000"/>
            <a:ext cx="457200" cy="45720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237744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3232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14.5K</a:t>
            </a:r>
            <a:endParaRPr lang="en-US" sz="2400" dirty="0"/>
          </a:p>
        </p:txBody>
      </p:sp>
      <p:sp>
        <p:nvSpPr>
          <p:cNvPr id="29" name="Text 22"/>
          <p:cNvSpPr/>
          <p:nvPr/>
        </p:nvSpPr>
        <p:spPr>
          <a:xfrm>
            <a:off x="7223760" y="3383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benchmarked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4008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Media Network · Prosper Sikhwari ·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transactions to activatable audiences in 6 automated steps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8288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828800" cy="5486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Shape 5"/>
          <p:cNvSpPr/>
          <p:nvPr/>
        </p:nvSpPr>
        <p:spPr>
          <a:xfrm>
            <a:off x="1165860" y="1371600"/>
            <a:ext cx="411480" cy="411480"/>
          </a:xfrm>
          <a:prstGeom prst="ellipse">
            <a:avLst/>
          </a:prstGeom>
          <a:solidFill>
            <a:srgbClr val="37415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144475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card data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2.2B transactions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82M base records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africa-south1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368296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606040" y="1188720"/>
            <a:ext cx="18288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606040" y="1188720"/>
            <a:ext cx="18288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5" name="Shape 11"/>
          <p:cNvSpPr/>
          <p:nvPr/>
        </p:nvSpPr>
        <p:spPr>
          <a:xfrm>
            <a:off x="3314700" y="1371600"/>
            <a:ext cx="411480" cy="411480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1444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60604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60604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type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274320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stg_transactions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stg_customers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by month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276" y="2368296"/>
            <a:ext cx="201168" cy="2011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54880" y="1188720"/>
            <a:ext cx="18288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54880" y="1188720"/>
            <a:ext cx="1828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17"/>
          <p:cNvSpPr/>
          <p:nvPr/>
        </p:nvSpPr>
        <p:spPr>
          <a:xfrm>
            <a:off x="5463540" y="137160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264" y="144475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5488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475488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89204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× store spend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features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wallet</a:t>
            </a:r>
            <a:endParaRPr lang="en-US" sz="9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2368296"/>
            <a:ext cx="201168" cy="20116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903720" y="1188720"/>
            <a:ext cx="18288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903720" y="1188720"/>
            <a:ext cx="18288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1" name="Shape 23"/>
          <p:cNvSpPr/>
          <p:nvPr/>
        </p:nvSpPr>
        <p:spPr>
          <a:xfrm>
            <a:off x="7612380" y="1371600"/>
            <a:ext cx="411480" cy="41148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4" y="1444752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037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Marts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690372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704088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mart tables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audiences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&amp; scores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457200" y="3977640"/>
            <a:ext cx="54864" cy="777240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8" name="Text 29"/>
          <p:cNvSpPr/>
          <p:nvPr/>
        </p:nvSpPr>
        <p:spPr>
          <a:xfrm>
            <a:off x="685800" y="3977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models: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segmentation (5 clusters, DB 1.295)  |  Churn prediction (logistic regression, 83% accuracy)  |  CLV prediction (linear regression, 5 tiers)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64008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in BigQuery (africa-south1) · Pipeline: bash scripts/run.sh sandbox [0-6]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delivers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5603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256032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1097280"/>
            <a:ext cx="365760" cy="36576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11704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920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6-page HTML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category + client filters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Internal/external anonymisation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needed — one file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914400"/>
            <a:ext cx="25603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914400"/>
            <a:ext cx="25603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9"/>
          <p:cNvSpPr/>
          <p:nvPr/>
        </p:nvSpPr>
        <p:spPr>
          <a:xfrm>
            <a:off x="4389120" y="109728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17043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marketplace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74720" y="1920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pre-built audiences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Demographic, behavioural, seasonal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Click-to-detail profiles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via LiveRamp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914400"/>
            <a:ext cx="25603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914400"/>
            <a:ext cx="256032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8" name="Shape 14"/>
          <p:cNvSpPr/>
          <p:nvPr/>
        </p:nvSpPr>
        <p:spPr>
          <a:xfrm>
            <a:off x="7132320" y="109728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17043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3504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pitch packs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17920" y="1920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report generation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benchmarks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loyalty &amp; time patterns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deep-dives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566160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566160"/>
            <a:ext cx="192024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57200" y="36393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R31.6B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548640" y="4069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at risk identified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2560320" y="3566160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560320" y="3566160"/>
            <a:ext cx="1920240" cy="45720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28" name="Text 23"/>
          <p:cNvSpPr/>
          <p:nvPr/>
        </p:nvSpPr>
        <p:spPr>
          <a:xfrm>
            <a:off x="2560320" y="36393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hrs → 30s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2651760" y="4069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to insight time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663440" y="3566160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663440" y="3566160"/>
            <a:ext cx="192024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2" name="Text 27"/>
          <p:cNvSpPr/>
          <p:nvPr/>
        </p:nvSpPr>
        <p:spPr>
          <a:xfrm>
            <a:off x="4663440" y="36393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2200" dirty="0"/>
          </a:p>
        </p:txBody>
      </p:sp>
      <p:sp>
        <p:nvSpPr>
          <p:cNvPr id="33" name="Text 28"/>
          <p:cNvSpPr/>
          <p:nvPr/>
        </p:nvSpPr>
        <p:spPr>
          <a:xfrm>
            <a:off x="4754880" y="4069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accuracy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766560" y="3566160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766560" y="3566160"/>
            <a:ext cx="192024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1"/>
          <p:cNvSpPr/>
          <p:nvPr/>
        </p:nvSpPr>
        <p:spPr>
          <a:xfrm>
            <a:off x="6766560" y="36393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R1/day</a:t>
            </a:r>
            <a:endParaRPr lang="en-US" sz="2200" dirty="0"/>
          </a:p>
        </p:txBody>
      </p:sp>
      <p:sp>
        <p:nvSpPr>
          <p:cNvPr id="37" name="Text 32"/>
          <p:cNvSpPr/>
          <p:nvPr/>
        </p:nvSpPr>
        <p:spPr>
          <a:xfrm>
            <a:off x="6858000" y="4069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refresh cost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64008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Prosper Sikhwari · Data &amp; Media Network · First Advertising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 Analytics — Technical Overview</dc:title>
  <dc:subject>PptxGenJS Presentation</dc:subject>
  <dc:creator>Prosper Sikhwari</dc:creator>
  <cp:lastModifiedBy>Prosper Sikhwari</cp:lastModifiedBy>
  <cp:revision>1</cp:revision>
  <dcterms:created xsi:type="dcterms:W3CDTF">2026-04-08T03:21:22Z</dcterms:created>
  <dcterms:modified xsi:type="dcterms:W3CDTF">2026-04-08T03:21:22Z</dcterms:modified>
</cp:coreProperties>
</file>